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718" cy="514350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574" y="0"/>
            <a:ext cx="29718" cy="51435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" y="0"/>
            <a:ext cx="2971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" y="0"/>
            <a:ext cx="2971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" y="0"/>
            <a:ext cx="29718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" y="0"/>
            <a:ext cx="29718" cy="5143500"/>
          </a:xfrm>
          <a:prstGeom prst="rect">
            <a:avLst/>
          </a:prstGeom>
          <a:solidFill>
            <a:srgbClr val="45B7D1"/>
          </a:solidFill>
          <a:ln w="12700">
            <a:solidFill>
              <a:srgbClr val="45B7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" y="0"/>
            <a:ext cx="29718" cy="5143500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018" y="0"/>
            <a:ext cx="29718" cy="51435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0"/>
            <a:ext cx="8979408" cy="9144"/>
          </a:xfrm>
          <a:prstGeom prst="rect">
            <a:avLst/>
          </a:prstGeom>
          <a:solidFill>
            <a:srgbClr val="1A1A22"/>
          </a:solidFill>
          <a:ln w="12700">
            <a:solidFill>
              <a:srgbClr val="1A1A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777240"/>
            <a:ext cx="8979408" cy="9144"/>
          </a:xfrm>
          <a:prstGeom prst="rect">
            <a:avLst/>
          </a:prstGeom>
          <a:solidFill>
            <a:srgbClr val="1A1A22"/>
          </a:solidFill>
          <a:ln w="12700">
            <a:solidFill>
              <a:srgbClr val="1A1A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1554480"/>
            <a:ext cx="8979408" cy="9144"/>
          </a:xfrm>
          <a:prstGeom prst="rect">
            <a:avLst/>
          </a:prstGeom>
          <a:solidFill>
            <a:srgbClr val="1A1A22"/>
          </a:solidFill>
          <a:ln w="12700">
            <a:solidFill>
              <a:srgbClr val="1A1A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2331720"/>
            <a:ext cx="8979408" cy="9144"/>
          </a:xfrm>
          <a:prstGeom prst="rect">
            <a:avLst/>
          </a:prstGeom>
          <a:solidFill>
            <a:srgbClr val="1A1A22"/>
          </a:solidFill>
          <a:ln w="12700">
            <a:solidFill>
              <a:srgbClr val="1A1A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3108960"/>
            <a:ext cx="8979408" cy="9144"/>
          </a:xfrm>
          <a:prstGeom prst="rect">
            <a:avLst/>
          </a:prstGeom>
          <a:solidFill>
            <a:srgbClr val="1A1A22"/>
          </a:solidFill>
          <a:ln w="12700">
            <a:solidFill>
              <a:srgbClr val="1A1A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3886200"/>
            <a:ext cx="8979408" cy="9144"/>
          </a:xfrm>
          <a:prstGeom prst="rect">
            <a:avLst/>
          </a:prstGeom>
          <a:solidFill>
            <a:srgbClr val="1A1A22"/>
          </a:solidFill>
          <a:ln w="12700">
            <a:solidFill>
              <a:srgbClr val="1A1A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4663440"/>
            <a:ext cx="8979408" cy="9144"/>
          </a:xfrm>
          <a:prstGeom prst="rect">
            <a:avLst/>
          </a:prstGeom>
          <a:solidFill>
            <a:srgbClr val="1A1A22"/>
          </a:solidFill>
          <a:ln w="12700">
            <a:solidFill>
              <a:srgbClr val="1A1A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280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7C83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</a:t>
            </a:r>
            <a:pPr indent="0" marL="0">
              <a:buNone/>
            </a:pPr>
            <a:r>
              <a:rPr lang="en-US" sz="8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</a:t>
            </a:r>
            <a:endParaRPr lang="en-US" sz="8200" dirty="0"/>
          </a:p>
        </p:txBody>
      </p:sp>
      <p:sp>
        <p:nvSpPr>
          <p:cNvPr id="18" name="Text 16"/>
          <p:cNvSpPr/>
          <p:nvPr/>
        </p:nvSpPr>
        <p:spPr>
          <a:xfrm>
            <a:off x="548640" y="27249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88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Design Studio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411480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101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CREDENTIALS PRESENTATION  · 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754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3A3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60608"/>
          </a:solidFill>
          <a:ln w="12700">
            <a:solidFill>
              <a:srgbClr val="0606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43484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4340" y="0"/>
            <a:ext cx="443484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0"/>
            <a:ext cx="443484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3020" y="0"/>
            <a:ext cx="443484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0"/>
            <a:ext cx="443484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71700" y="0"/>
            <a:ext cx="443484" cy="54864"/>
          </a:xfrm>
          <a:prstGeom prst="rect">
            <a:avLst/>
          </a:prstGeom>
          <a:solidFill>
            <a:srgbClr val="45B7D1"/>
          </a:solidFill>
          <a:ln w="12700">
            <a:solidFill>
              <a:srgbClr val="45B7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0"/>
            <a:ext cx="443484" cy="54864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40380" y="0"/>
            <a:ext cx="443484" cy="5486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·  WHO WE ARE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658368"/>
            <a:ext cx="256032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777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BRANSOL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" y="1371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8A88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8A88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Studio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C83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6+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57200" y="3401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 OPERATING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C83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57200" y="4453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RETENTION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40480" y="5029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don't compete on price.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compete on consequence.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840480" y="1508760"/>
            <a:ext cx="475488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164592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BRANSOL is a high-end strategic design studio working with organisations whose ambitions demand more than execution. We bring clarity to complex briefs, craft to every deliverable, and strategic accountability to every engagement.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selectively — taking on a limited number of commissions each year to ensure each client receives the full weight of our attention.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5102352"/>
            <a:ext cx="717804" cy="4114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83380" y="5102352"/>
            <a:ext cx="717804" cy="411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5102352"/>
            <a:ext cx="717804" cy="411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00700" y="5102352"/>
            <a:ext cx="717804" cy="411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5102352"/>
            <a:ext cx="717804" cy="4114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8020" y="5102352"/>
            <a:ext cx="717804" cy="41148"/>
          </a:xfrm>
          <a:prstGeom prst="rect">
            <a:avLst/>
          </a:prstGeom>
          <a:solidFill>
            <a:srgbClr val="45B7D1"/>
          </a:solidFill>
          <a:ln w="12700">
            <a:solidFill>
              <a:srgbClr val="45B7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26680" y="5102352"/>
            <a:ext cx="717804" cy="41148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5340" y="5102352"/>
            <a:ext cx="717804" cy="4114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5029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502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502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502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5029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50292"/>
          </a:xfrm>
          <a:prstGeom prst="rect">
            <a:avLst/>
          </a:prstGeom>
          <a:solidFill>
            <a:srgbClr val="45B7D1"/>
          </a:solidFill>
          <a:ln w="12700">
            <a:solidFill>
              <a:srgbClr val="45B7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50292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5029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·  EXPERTISE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4572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Do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325880"/>
            <a:ext cx="2651760" cy="1280160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325880"/>
            <a:ext cx="50292" cy="1280160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147218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Identity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" y="183794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naming, visual identity systems, guidelines — built for longevity.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64408" y="1325880"/>
            <a:ext cx="2651760" cy="1280160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325880"/>
            <a:ext cx="50292" cy="12801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47218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183794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platform, and product design that converts and endures.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25896" y="1325880"/>
            <a:ext cx="2651760" cy="1280160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25896" y="1325880"/>
            <a:ext cx="50292" cy="128016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147218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Creative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90488" y="183794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campaigns across print, digital, and environmental.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2715768"/>
            <a:ext cx="2651760" cy="1280160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2715768"/>
            <a:ext cx="50292" cy="128016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28620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Systems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" y="32278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token-based systems for teams and multi-platform rollout.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64408" y="2715768"/>
            <a:ext cx="2651760" cy="1280160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64408" y="2715768"/>
            <a:ext cx="50292" cy="12801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28620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Credentials &amp; Decks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29000" y="32278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Pitch-ready presentations for boards, investors, and formal submissions.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25896" y="2715768"/>
            <a:ext cx="2651760" cy="1280160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25896" y="2715768"/>
            <a:ext cx="50292" cy="12801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28620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90488" y="32278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Wayfinding, signage, and spatial design for organisations at scale.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·  PROCESS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2435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56362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begin every engagement with deep listening. Understanding your organisation, sector, and ambitions before a single concept is explored.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12264"/>
            <a:ext cx="521208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854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21945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establish the strategic brief — the problem to solve, the audience to move, and the standard we'll hold ourselves to throughout.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521208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3639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31455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46557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studio works in dedicated focus — no queues, no outsourcing. Your work receives our full attention, every time.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014216"/>
            <a:ext cx="521208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873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40965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44165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our proprietary platform, every asset, milestone, and approval is tracked and documented in real 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0"/>
            <a:ext cx="409194" cy="5029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3650" y="0"/>
            <a:ext cx="409194" cy="502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43700" y="0"/>
            <a:ext cx="409194" cy="502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43750" y="0"/>
            <a:ext cx="409194" cy="502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0"/>
            <a:ext cx="409194" cy="5029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43850" y="0"/>
            <a:ext cx="409194" cy="50292"/>
          </a:xfrm>
          <a:prstGeom prst="rect">
            <a:avLst/>
          </a:prstGeom>
          <a:solidFill>
            <a:srgbClr val="45B7D1"/>
          </a:solidFill>
          <a:ln w="12700">
            <a:solidFill>
              <a:srgbClr val="45B7D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43900" y="0"/>
            <a:ext cx="409194" cy="50292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43950" y="0"/>
            <a:ext cx="409194" cy="5029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20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PLATFORM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17920" y="5943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F0EF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client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F0EF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gets a dedicated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F0EF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workspace.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217920" y="2148840"/>
            <a:ext cx="36576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2139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brief management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2660904"/>
            <a:ext cx="36576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project visibility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17920" y="3172968"/>
            <a:ext cx="36576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31638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feedback loops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7920" y="3685032"/>
            <a:ext cx="36576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asset delivery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4197096"/>
            <a:ext cx="36576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4187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archive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5029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502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502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502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5029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50292"/>
          </a:xfrm>
          <a:prstGeom prst="rect">
            <a:avLst/>
          </a:prstGeom>
          <a:solidFill>
            <a:srgbClr val="45B7D1"/>
          </a:solidFill>
          <a:ln w="12700">
            <a:solidFill>
              <a:srgbClr val="45B7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50292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5029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·  SELECTED WORK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411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Commissions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02920" y="1097280"/>
            <a:ext cx="813816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234440"/>
            <a:ext cx="2743200" cy="3520440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234440"/>
            <a:ext cx="352044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" y="1234440"/>
            <a:ext cx="352044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1234440"/>
            <a:ext cx="352044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31620" y="1234440"/>
            <a:ext cx="352044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4520" y="1234440"/>
            <a:ext cx="352044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17420" y="1234440"/>
            <a:ext cx="352044" cy="54864"/>
          </a:xfrm>
          <a:prstGeom prst="rect">
            <a:avLst/>
          </a:prstGeom>
          <a:solidFill>
            <a:srgbClr val="45B7D1"/>
          </a:solidFill>
          <a:ln w="12700">
            <a:solidFill>
              <a:srgbClr val="45B7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1234440"/>
            <a:ext cx="352044" cy="54864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03220" y="1234440"/>
            <a:ext cx="352044" cy="5486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14081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GOVERNMENT / PUBLIC SECTOR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7512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 Communications Agency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" y="2395728"/>
            <a:ext cx="242316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5237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7512" y="2743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· Design System · Print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7512" y="3200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7512" y="34107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F0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Rolled out across 12 departments, 4 platforms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7512" y="4480560"/>
            <a:ext cx="73152" cy="73152"/>
          </a:xfrm>
          <a:prstGeom prst="ellipse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10712" y="1234440"/>
            <a:ext cx="2743200" cy="3520440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10712" y="1234440"/>
            <a:ext cx="352044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53612" y="1234440"/>
            <a:ext cx="352044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96512" y="1234440"/>
            <a:ext cx="352044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9412" y="1234440"/>
            <a:ext cx="352044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82312" y="1234440"/>
            <a:ext cx="352044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5212" y="1234440"/>
            <a:ext cx="352044" cy="54864"/>
          </a:xfrm>
          <a:prstGeom prst="rect">
            <a:avLst/>
          </a:prstGeom>
          <a:solidFill>
            <a:srgbClr val="45B7D1"/>
          </a:solidFill>
          <a:ln w="12700">
            <a:solidFill>
              <a:srgbClr val="45B7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68112" y="1234440"/>
            <a:ext cx="352044" cy="54864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11012" y="1234440"/>
            <a:ext cx="352044" cy="5486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75304" y="14081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SERVICES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575304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Listed Asset Management Group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575304" y="2395728"/>
            <a:ext cx="242316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75304" y="25237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575304" y="2743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· Investor Decks · Digital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575304" y="3200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575304" y="34107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F0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components deployed across 6 platforms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575304" y="4480560"/>
            <a:ext cx="73152" cy="7315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18504" y="1234440"/>
            <a:ext cx="2743200" cy="3520440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18504" y="1234440"/>
            <a:ext cx="352044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61404" y="1234440"/>
            <a:ext cx="352044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04304" y="1234440"/>
            <a:ext cx="352044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47204" y="1234440"/>
            <a:ext cx="352044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90104" y="1234440"/>
            <a:ext cx="352044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33004" y="1234440"/>
            <a:ext cx="352044" cy="54864"/>
          </a:xfrm>
          <a:prstGeom prst="rect">
            <a:avLst/>
          </a:prstGeom>
          <a:solidFill>
            <a:srgbClr val="45B7D1"/>
          </a:solidFill>
          <a:ln w="12700">
            <a:solidFill>
              <a:srgbClr val="45B7D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75904" y="1234440"/>
            <a:ext cx="352044" cy="54864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18804" y="1234440"/>
            <a:ext cx="352044" cy="5486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83096" y="14081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&amp; BUILT ENVIRONMENT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483096" y="1691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Property Development Consortium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483096" y="2395728"/>
            <a:ext cx="242316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83096" y="25237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483096" y="2743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· Environmental · Wayfinding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6483096" y="3200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483096" y="34107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F0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implementation across 3 flagship sites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6483096" y="4480560"/>
            <a:ext cx="73152" cy="73152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·  WHY BRANSOL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Sets Us Apart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52144"/>
            <a:ext cx="813816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16736"/>
            <a:ext cx="1920240" cy="2633472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16736"/>
            <a:ext cx="1920240" cy="41148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44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C83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Proprietary Client Platform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16002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receives a dedicated workspace — briefs, assets, milestones, and approvals in one considered environment. Not a Trello board. Not a shared folder.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51176" y="1316736"/>
            <a:ext cx="1920240" cy="2633472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51176" y="1316736"/>
            <a:ext cx="1920240" cy="411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34056" y="1444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34056" y="182880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Outcomes, Not Hours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34056" y="2395728"/>
            <a:ext cx="16002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sell time blocks or subscriptions. We scope engagements to outcomes — what will be different when this work is complete, and how we'll both know.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99432" y="1316736"/>
            <a:ext cx="1920240" cy="2633472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9432" y="1316736"/>
            <a:ext cx="1920240" cy="4114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1444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◎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2312" y="182880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Commission Capability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2312" y="2395728"/>
            <a:ext cx="16002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BRANSOL operates professionally within structured procurement processes — credentials, proposals, scoped briefs, and senior accountability at every stage.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47688" y="1316736"/>
            <a:ext cx="1920240" cy="2633472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47688" y="1316736"/>
            <a:ext cx="1920240" cy="4114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1444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⬡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30568" y="182880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Public Pricing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30568" y="2395728"/>
            <a:ext cx="16002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publish rates. Every engagement is scoped to the brief. Investment is discussed directly — privately, precisely, and without awkwardness.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407408"/>
            <a:ext cx="813816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3A3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Superside sells AI-powered throughput.  DesignJoy sells one-person subscriptions.  Design Pickle sells daily hours.  BRANSOL sells outcomes.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60608"/>
          </a:solidFill>
          <a:ln w="12700">
            <a:solidFill>
              <a:srgbClr val="0606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89204" cy="5029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0060" y="0"/>
            <a:ext cx="489204" cy="502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489204" cy="502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0"/>
            <a:ext cx="489204" cy="502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0"/>
            <a:ext cx="489204" cy="5029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00300" y="0"/>
            <a:ext cx="489204" cy="50292"/>
          </a:xfrm>
          <a:prstGeom prst="rect">
            <a:avLst/>
          </a:prstGeom>
          <a:solidFill>
            <a:srgbClr val="45B7D1"/>
          </a:solidFill>
          <a:ln w="12700">
            <a:solidFill>
              <a:srgbClr val="45B7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0"/>
            <a:ext cx="489204" cy="50292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60420" y="0"/>
            <a:ext cx="489204" cy="5029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4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·  CREDENTIALS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5943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Organisations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Us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02920" y="1755648"/>
            <a:ext cx="306324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385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83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920240" y="2039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RETENTION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6334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83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20240" y="2734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 OPERATING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3284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83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1:3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92024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 RATE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40233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83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920240" y="41239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REVISIONS INCLUDED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0" y="5102352"/>
            <a:ext cx="672084" cy="4114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03420" y="5102352"/>
            <a:ext cx="672084" cy="411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5102352"/>
            <a:ext cx="672084" cy="411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9300" y="5102352"/>
            <a:ext cx="672084" cy="411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5102352"/>
            <a:ext cx="672084" cy="4114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55180" y="5102352"/>
            <a:ext cx="672084" cy="41148"/>
          </a:xfrm>
          <a:prstGeom prst="rect">
            <a:avLst/>
          </a:prstGeom>
          <a:solidFill>
            <a:srgbClr val="45B7D1"/>
          </a:solidFill>
          <a:ln w="12700">
            <a:solidFill>
              <a:srgbClr val="45B7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5102352"/>
            <a:ext cx="672084" cy="41148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81060" y="5102352"/>
            <a:ext cx="672084" cy="4114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9080" y="274320"/>
            <a:ext cx="4846320" cy="1353312"/>
          </a:xfrm>
          <a:prstGeom prst="rect">
            <a:avLst/>
          </a:prstGeom>
          <a:solidFill>
            <a:srgbClr val="18181F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069080" y="274320"/>
            <a:ext cx="50292" cy="1353312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40233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i="1" dirty="0">
                <a:solidFill>
                  <a:srgbClr val="F0EF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"BRANSOL didn't just deliver a brand — they transformed how our organisation presents itself to the world."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251960" y="12618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Executive Director, Government Communications Agency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69080" y="1810512"/>
            <a:ext cx="4846320" cy="1353312"/>
          </a:xfrm>
          <a:prstGeom prst="rect">
            <a:avLst/>
          </a:prstGeom>
          <a:solidFill>
            <a:srgbClr val="18181F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069080" y="1810512"/>
            <a:ext cx="50292" cy="13533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51960" y="19385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i="1" dirty="0">
                <a:solidFill>
                  <a:srgbClr val="F0EF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platform made our team feel genuinely supported. Every decision was documented, every deliverable on time."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251960" y="279806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Head of Marketing, Financial Services Group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069080" y="3346704"/>
            <a:ext cx="4846320" cy="1353312"/>
          </a:xfrm>
          <a:prstGeom prst="rect">
            <a:avLst/>
          </a:prstGeom>
          <a:solidFill>
            <a:srgbClr val="18181F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069080" y="3346704"/>
            <a:ext cx="50292" cy="135331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51960" y="34747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i="1" dirty="0">
                <a:solidFill>
                  <a:srgbClr val="F0EF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studio that thinks before it draws. That's rare — and it's the difference between design and strategy."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251960" y="433425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CEO, Property Development Consortium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2144" cy="5029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1152144" cy="502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1152144" cy="502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1152144" cy="502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1152144" cy="5029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1152144" cy="50292"/>
          </a:xfrm>
          <a:prstGeom prst="rect">
            <a:avLst/>
          </a:prstGeom>
          <a:solidFill>
            <a:srgbClr val="45B7D1"/>
          </a:solidFill>
          <a:ln w="12700">
            <a:solidFill>
              <a:srgbClr val="45B7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1152144" cy="50292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1152144" cy="5029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·  CLIENT PLATFORM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Environment Built Around Your Work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" y="11704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ticket system. Not a shared inbox. A dedicated workspace — designed to make every BRANSOL engagement feel considered from first brief to final delivery.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1700784"/>
            <a:ext cx="813816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865376"/>
            <a:ext cx="2606040" cy="1115568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1865376"/>
            <a:ext cx="2606040" cy="36576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199339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" y="2322576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requests documented, structured, and version-controlled from day one.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18688" y="1865376"/>
            <a:ext cx="2606040" cy="1115568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8688" y="1865376"/>
            <a:ext cx="2606040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99339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Milestones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2322576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project progress in real time — no chasing, no status emails.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34456" y="1865376"/>
            <a:ext cx="2606040" cy="1115568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34456" y="1865376"/>
            <a:ext cx="2606040" cy="36576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9048" y="1993392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Loops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99048" y="2322576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comments pinned to deliverables. Every revision tracked and resolved.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090672"/>
            <a:ext cx="2606040" cy="1115568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090672"/>
            <a:ext cx="2606040" cy="36576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3218688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Asset Delivery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" y="354787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delivered, versioned, and permanently archived. Always accessible.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18688" y="3090672"/>
            <a:ext cx="2606040" cy="1115568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18688" y="3090672"/>
            <a:ext cx="260604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218688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History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0" y="354787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project, brief, and conversation stored. Returning clients get continuity.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34456" y="3090672"/>
            <a:ext cx="2606040" cy="1115568"/>
          </a:xfrm>
          <a:prstGeom prst="rect">
            <a:avLst/>
          </a:prstGeom>
          <a:solidFill>
            <a:srgbClr val="111118"/>
          </a:solidFill>
          <a:ln w="6350">
            <a:solidFill>
              <a:srgbClr val="3A3A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34456" y="3090672"/>
            <a:ext cx="2606040" cy="365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99048" y="3218688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Ready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99048" y="3547872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audit trails, and documented approvals for formal procurement.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11118"/>
          </a:solidFill>
          <a:ln w="12700">
            <a:solidFill>
              <a:srgbClr val="1111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·  SECTORS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We Work With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43584"/>
            <a:ext cx="704088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89888"/>
            <a:ext cx="36576" cy="868680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081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 &amp; Public Sector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" y="17099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agencies, municipalities, state entities, and public institutions requiring formal credentialling.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389888"/>
            <a:ext cx="36576" cy="868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14081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Services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70832" y="17099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managers, insurers, banks, and fintech firms requiring design at enterprise scale and regulatory compliance.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05456"/>
            <a:ext cx="36576" cy="86868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5237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&amp; Property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" y="28254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Developers, construction groups, and built-environment organisations commissioning spatial and brand identity work.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2505456"/>
            <a:ext cx="36576" cy="86868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25237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 Services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70832" y="28254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firms, consultancies, and advisory groups building or repositioning their brand presence in competitive markets.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621024"/>
            <a:ext cx="36576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639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Higher Education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7512" y="39410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Universities, business schools, and research institutions managing brand equity across multiple faculties and audiences.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3621024"/>
            <a:ext cx="36576" cy="868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3639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 &amp; Life Sciences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70832" y="39410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medical groups, and pharmaceutical companies requiring precision, trust, and rigorous brand consistency.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21031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spc="200" kern="0" dirty="0">
                <a:solidFill>
                  <a:srgbClr val="3A3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spc="200" kern="0" dirty="0">
                <a:solidFill>
                  <a:srgbClr val="3A3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7C83E5">
              <a:alpha val="10000"/>
            </a:srgbClr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" y="0"/>
            <a:ext cx="27432" cy="51435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" y="0"/>
            <a:ext cx="2743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" y="0"/>
            <a:ext cx="27432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" y="0"/>
            <a:ext cx="27432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" y="0"/>
            <a:ext cx="27432" cy="5143500"/>
          </a:xfrm>
          <a:prstGeom prst="rect">
            <a:avLst/>
          </a:prstGeom>
          <a:solidFill>
            <a:srgbClr val="45B7D1"/>
          </a:solidFill>
          <a:ln w="12700">
            <a:solidFill>
              <a:srgbClr val="45B7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" y="0"/>
            <a:ext cx="27432" cy="5143500"/>
          </a:xfrm>
          <a:prstGeom prst="rect">
            <a:avLst/>
          </a:prstGeom>
          <a:solidFill>
            <a:srgbClr val="7C83E5"/>
          </a:solidFill>
          <a:ln w="12700">
            <a:solidFill>
              <a:srgbClr val="7C83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" y="0"/>
            <a:ext cx="27432" cy="51435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058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</a:t>
            </a:r>
            <a:endParaRPr lang="en-US" sz="6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200" b="1" dirty="0">
                <a:solidFill>
                  <a:srgbClr val="F0EF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Begin?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8A88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take on a limited number of commissions each year.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8A88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engagement begins with a conversation.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639312"/>
            <a:ext cx="411480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67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BEGIN A CONVERSATION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83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hello@bransol.com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4462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88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bransol.com/begin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43891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C83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</a:t>
            </a:r>
            <a:pPr algn="r" indent="0" marL="0">
              <a:buNone/>
            </a:pPr>
            <a:r>
              <a:rPr lang="en-US" sz="2200" b="1" dirty="0">
                <a:solidFill>
                  <a:srgbClr val="3A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BRANSOL — Credentials</dc:title>
  <dc:subject>PptxGenJS Presentation</dc:subject>
  <dc:creator>PptxGenJS</dc:creator>
  <cp:lastModifiedBy>PptxGenJS</cp:lastModifiedBy>
  <cp:revision>1</cp:revision>
  <dcterms:created xsi:type="dcterms:W3CDTF">2026-03-08T22:00:10Z</dcterms:created>
  <dcterms:modified xsi:type="dcterms:W3CDTF">2026-03-08T22:00:10Z</dcterms:modified>
</cp:coreProperties>
</file>